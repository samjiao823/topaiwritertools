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开场定调：今天不讲方法论，讲三个思维动作，和一个走完一遍的真实案例。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先抛出三个问题（现象/误区/反问），再亮核心观点：练习场不是方法库。预告：三大修炼 × 一个真实案例。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E2B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097280"/>
            <a:ext cx="4754880" cy="4754880"/>
          </a:xfrm>
          <a:prstGeom prst="ellipse">
            <a:avLst/>
          </a:prstGeom>
          <a:solidFill>
            <a:srgbClr val="7A1F1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017520"/>
            <a:ext cx="1554480" cy="1554480"/>
          </a:xfrm>
          <a:prstGeom prst="ellipse">
            <a:avLst/>
          </a:prstGeom>
          <a:solidFill>
            <a:srgbClr val="7A1F1A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 rot="480000">
            <a:off x="7086600" y="3383280"/>
            <a:ext cx="1097280" cy="1097280"/>
          </a:xfrm>
          <a:prstGeom prst="rect">
            <a:avLst/>
          </a:prstGeom>
          <a:solidFill>
            <a:srgbClr val="F7F1E3"/>
          </a:solidFill>
          <a:ln w="22225">
            <a:solidFill>
              <a:srgbClr val="C9A2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A1F1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练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7680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读毛选不是学方法，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是练思维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0D9D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创业者的实践论修炼手册 —— 从毛选到海外 AI 网站业务的践行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C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破局 · 求是 · 践行 · AI 书童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4553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恒毅的小酒馆 · 内部交流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45537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/ 12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02336"/>
            <a:ext cx="182880" cy="182880"/>
          </a:xfrm>
          <a:prstGeom prst="rect">
            <a:avLst/>
          </a:prstGeom>
          <a:solidFill>
            <a:srgbClr val="9E2B2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65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开场破题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285232" y="402336"/>
            <a:ext cx="182880" cy="1828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541264" y="365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核心观点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310896" cy="310896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14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886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16128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现场问一圈：《论持久战》《实践论》《矛盾论》《星星之火可以燎原》——读过的寥寥无几，多数人只记得小学课文《吃水不忘挖井人》。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310896" cy="310896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1854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5973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关心的是“读过哪几篇”“哪一篇能用在事业上”——把毛选当谈资、当工具书，按需取用。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11296"/>
            <a:ext cx="310896" cy="310896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11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4838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75818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也许我们问错问题了——不该问“读没读过”。那该问什么？怎么读毛选，怎么跟教员学创业？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03120" y="1938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03120" y="32369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94960" y="914400"/>
            <a:ext cx="3291840" cy="342900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3D9C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23560" y="1097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7A1F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读毛选不是学方法，</a:t>
            </a:r>
            <a:endParaRPr lang="en-US" sz="1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7A1F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是练思维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623560" y="1755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练习场，不是方法库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50992" y="2103120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5650992" y="21031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07024" y="20665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系统思考能力 </a:t>
            </a:r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—— 见全局变量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50992" y="2505456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5650992" y="25054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07024" y="2468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洞察能力 </a:t>
            </a:r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—— 透过现象抓本质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50992" y="2907792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5650992" y="2907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07024" y="28712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识别环境变量 </a:t>
            </a:r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—— 知道什么能搬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23560" y="3547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44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没练到这三样，等于白读。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4988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544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我理解的：“99.999% 的人读毛选可能都读错了——不是怎么读的问题，是“为什么”的问题。”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48646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F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恒毅的小酒馆 · 内部交流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29600" y="48646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5F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/ 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读毛选不是学方法，是练思维（风格样张）</dc:title>
  <dc:subject>PptxGenJS Presentation</dc:subject>
  <dc:creator>恒毅的小酒馆</dc:creator>
  <cp:lastModifiedBy>恒毅的小酒馆</cp:lastModifiedBy>
  <cp:revision>1</cp:revision>
  <dcterms:created xsi:type="dcterms:W3CDTF">2026-09-18T07:47:07Z</dcterms:created>
  <dcterms:modified xsi:type="dcterms:W3CDTF">2026-09-18T07:47:07Z</dcterms:modified>
</cp:coreProperties>
</file>